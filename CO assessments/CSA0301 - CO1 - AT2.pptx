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127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609345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3A45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66860" y="2359153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3A45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3044953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3A45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95460" y="3730753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3A45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4462272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3A45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24060" y="521208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9624060" y="52120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05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1921734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 &amp; the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Stack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computing a factorial reveals the hidden data structure behind every recursive call — and what it costs in memory.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0584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029200"/>
            <a:ext cx="806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libri" pitchFamily="34" charset="-120"/>
              </a:rPr>
              <a:t>CSA0301 || DATA STRUCTURES || DEEPAK KUMAR A ||  192524422</a:t>
            </a:r>
            <a:endParaRPr lang="en-US" dirty="0">
              <a:solidFill>
                <a:schemeClr val="bg1">
                  <a:lumMod val="6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15" name="Picture 14" descr="SIMATS ENGINEERING —BIOTECHNOLOGY">
            <a:extLst>
              <a:ext uri="{FF2B5EF4-FFF2-40B4-BE49-F238E27FC236}">
                <a16:creationId xmlns:a16="http://schemas.microsoft.com/office/drawing/2014/main" id="{B5FBC261-EF16-8E76-050B-D1FC35606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937" y="0"/>
            <a:ext cx="12191695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20240" y="17830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Fundamentals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0720" y="1783080"/>
            <a:ext cx="5623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recursive case, and why factorial is the classic example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9748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20240" y="26974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Stack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60720" y="2697480"/>
            <a:ext cx="5623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structure every recursive call quietly relies 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1188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20240" y="36118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factorial(5)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60720" y="3611880"/>
            <a:ext cx="5623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frames push and pop in real time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2628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920240" y="45262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4526280"/>
            <a:ext cx="5623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stack depth into a Big-O statement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54406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4068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920240" y="54406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vs. Iteration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60720" y="5440680"/>
            <a:ext cx="5623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trade-off, and when tail-call optimization helps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recursion?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function solves a problem by calling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itself</a:t>
            </a:r>
            <a:r>
              <a:rPr lang="en-US" sz="16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smaller version of that problem, until it reaches a case simple enough to answer directly.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28016" cy="868680"/>
          </a:xfrm>
          <a:prstGeom prst="roundRect">
            <a:avLst>
              <a:gd name="adj" fmla="val 14286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4107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600"/>
              </a:lnSpc>
            </a:pPr>
            <a:r>
              <a:rPr lang="en-US" sz="16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stopping condition — answered directly, no further calls.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128016" cy="86868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46227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calls itself with input moved closer to the base case.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DEFINITION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n!  =  n × (n − 1)!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3063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0!  =  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83680" y="3794760"/>
            <a:ext cx="47091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97764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factorial call is defined in terms of a smaller factorial call — the textbook shape of a recursive relation.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Factorial, expressed in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352044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factorial(n):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== 0: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          # base case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factorial(n - 1)  # recursive case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68680" y="2575560"/>
            <a:ext cx="5349240" cy="310896"/>
          </a:xfrm>
          <a:prstGeom prst="roundRect">
            <a:avLst>
              <a:gd name="adj" fmla="val 11765"/>
            </a:avLst>
          </a:prstGeom>
          <a:solidFill>
            <a:srgbClr val="F2A541">
              <a:alpha val="22000"/>
            </a:srgbClr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happen on every call: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858000" y="233172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23134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base case.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15200" y="26243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== 0 stops the chain and returns a known value.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329184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3273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recursive call.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15200" y="358444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factorial(n-1) must fully return before n * ... can be computed.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425196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4233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Wait, then multiply.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15200" y="454456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multiplication happens after the recursive call returns — n is held in memory until then.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CALL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 isn't free — it runs on a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language runtime keeps a Call Stack — a Last-In, First-Out (LIFO) data structure. Each function call, recursive or not, pushes a new stack frame; each return pops one off.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005840" y="5074920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F2A54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074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4379976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3A45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37997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685032"/>
            <a:ext cx="3108960" cy="566928"/>
          </a:xfrm>
          <a:prstGeom prst="roundRect">
            <a:avLst>
              <a:gd name="adj" fmla="val 9677"/>
            </a:avLst>
          </a:prstGeom>
          <a:solidFill>
            <a:srgbClr val="3A45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850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5074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STACK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(most recent call)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51960" y="5358384"/>
            <a:ext cx="45720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251460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3A459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299923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factorial(n) suspends the current call and places a new frame — holding n, local state, and the return address — on top of the stack.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411480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3A459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4599432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call reaches its base case and returns, its frame is removed, and control — along with the returned value — goes back to the frame beneath it.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CALL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stack frame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FRAME — factorial(3)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143000" y="2560320"/>
            <a:ext cx="4572000" cy="621792"/>
          </a:xfrm>
          <a:prstGeom prst="roundRect">
            <a:avLst>
              <a:gd name="adj" fmla="val 7353"/>
            </a:avLst>
          </a:prstGeom>
          <a:solidFill>
            <a:srgbClr val="3A4590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560320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256032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43000" y="3310128"/>
            <a:ext cx="4572000" cy="621792"/>
          </a:xfrm>
          <a:prstGeom prst="roundRect">
            <a:avLst>
              <a:gd name="adj" fmla="val 7353"/>
            </a:avLst>
          </a:prstGeom>
          <a:solidFill>
            <a:srgbClr val="3A4590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31012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54680" y="331012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(pending multiplication: 3 × …)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143000" y="4059936"/>
            <a:ext cx="4572000" cy="621792"/>
          </a:xfrm>
          <a:prstGeom prst="roundRect">
            <a:avLst>
              <a:gd name="adj" fmla="val 7353"/>
            </a:avLst>
          </a:prstGeom>
          <a:solidFill>
            <a:srgbClr val="3A4590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05993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address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4059936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back into factorial(4)'s call site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43000" y="4809744"/>
            <a:ext cx="4572000" cy="621792"/>
          </a:xfrm>
          <a:prstGeom prst="roundRect">
            <a:avLst>
              <a:gd name="adj" fmla="val 7353"/>
            </a:avLst>
          </a:prstGeom>
          <a:solidFill>
            <a:srgbClr val="3A459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80974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registers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54680" y="4809744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state to restore on return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space complexity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377440"/>
            <a:ext cx="5257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000"/>
              </a:lnSpc>
              <a:buNone/>
            </a:pPr>
            <a:r>
              <a:rPr lang="en-US" sz="16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occupies real memory — not just conceptually. </a:t>
            </a: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factorial(n)</a:t>
            </a:r>
            <a:r>
              <a:rPr lang="en-US" sz="16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cannot finish, and its frame cannot be popped, until </a:t>
            </a: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factorial(n-1)</a:t>
            </a:r>
            <a:r>
              <a:rPr lang="en-US" sz="160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fully returns. So the value n stays alive in memory for the entire depth of the recursion below it.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TRACING FACTORIAL(5)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grows: unresolved calls pile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factorial(5)  →  waiting for factorial(4)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86584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8658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factorial(4)  →  waiting for factorial(3)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9008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factorial(3)  →  waiting for factorial(2)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9359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factorial(2)  →  waiting for factorial(1)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9709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factorial(1)  →  waiting for factorial(0)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F2A54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0060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factorial(0)  →  base case, returns 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662672" y="491032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662672" y="4910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1783080"/>
            <a:ext cx="3246120" cy="365760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DIRECTION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41080" y="2377440"/>
            <a:ext cx="2697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adds one frame before the next begins. Nothing is computed yet — every level is simply waiting on the level below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41080" y="3703320"/>
            <a:ext cx="26517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3840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depth so far: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41080" y="416052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frames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641080" y="48006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factorial(5): one per call from n=5 down to n=0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TRACING FACTORIAL(5)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unwinds: frames pop, values resolve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F2A54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factorial(0)  =  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386584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8658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factorial(1)  =  1 × 1  =  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90088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factorial(2)  =  2 × 1  =  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9359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factorial(3)  =  3 × 2  =  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9709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factorial(4)  =  4 × 6  =  24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7406640" cy="512064"/>
          </a:xfrm>
          <a:prstGeom prst="roundRect">
            <a:avLst>
              <a:gd name="adj" fmla="val 10714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0060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factorial(5)  =  5 × 24  =  120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43153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resolving back toward the original caller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66760" y="1783080"/>
            <a:ext cx="3246120" cy="402336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41080" y="2377440"/>
            <a:ext cx="2697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is the only frame that returns a value without depending on another call. Every other frame's multiplication is stalled until then.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41080" y="3749040"/>
            <a:ext cx="26517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388620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recursion needs a stack: it must remember the pending multiplication ("n ×") at every level until the answer beneath it is known.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SPACE COMPLEXITY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stack depth to Big-O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recursive factorial(n)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entirely by call-stack depth, not by any data structure the programmer wrote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384048" cy="384048"/>
          </a:xfrm>
          <a:prstGeom prst="ellipse">
            <a:avLst/>
          </a:prstGeom>
          <a:solidFill>
            <a:srgbClr val="3A4590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57800" y="17556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recursion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7800" y="2112264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factorial(n) makes n nested calls before hitting the base case → n+1 active frames at peak.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2953512"/>
            <a:ext cx="384048" cy="384048"/>
          </a:xfrm>
          <a:prstGeom prst="ellipse">
            <a:avLst/>
          </a:prstGeom>
          <a:solidFill>
            <a:srgbClr val="3A4590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2926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frame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3282696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stores a fixed number of values (n, return address) → O(1) space per frame.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4123944"/>
            <a:ext cx="384048" cy="384048"/>
          </a:xfrm>
          <a:prstGeom prst="ellipse">
            <a:avLst/>
          </a:prstGeom>
          <a:solidFill>
            <a:srgbClr val="3A4590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4096512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space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57800" y="4453128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frames × O(1) each = O(n) overall — space grows linearly with the input.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09160" y="5202936"/>
            <a:ext cx="67665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529437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 an iterative factorial loop uses one fixed set of variables → O(1) space, regardless of 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SPACE COMPLEXITY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complexity vs. space complexity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972800" cy="5486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4340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factorial(n)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75320" y="1828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factorial(n)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0972800" cy="6858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23774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n multiplications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75320" y="2377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n loop iterations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0972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632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30632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n+1 stack frames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75320" y="30632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fixed variable count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0972800" cy="68580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490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location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43400" y="3749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 (runtime managed)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75320" y="37490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frame of one function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09728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43484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at large 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43400" y="44348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possible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75320" y="4434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stack growth risk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1828800"/>
            <a:ext cx="0" cy="32918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1828800"/>
            <a:ext cx="0" cy="32918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1828800"/>
            <a:ext cx="0" cy="32918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21440" y="1828800"/>
            <a:ext cx="0" cy="329184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 do the same amount of arithmetic — the difference is entirely in how much memory sits idle, waiting, at any one moment.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DESIGN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 vs. iteration: the memory trade-off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57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APPROACH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5603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the mathematical definition directly — easy to read and prove correct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31927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31927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state tracking needed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07822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4078224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space: one frame per call held on the stack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83717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837176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stack overflow for large 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49240" cy="3977640"/>
          </a:xfrm>
          <a:prstGeom prst="roundRect">
            <a:avLst>
              <a:gd name="adj" fmla="val 229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057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APPROACH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25603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25603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space — a single set of variables reused across a loop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331927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9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331927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call-stack growth, no overflow risk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407822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4078224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mirror the recursive mathematical definition as directly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483717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4837176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2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 must be tracked manually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71907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is implemented using the call stack — a LIFO data structure managed automatically by the runtime.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3230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recursive call pushes a stack frame (O(1) space) holding parameters, locals, and a return address.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14553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factorial(n), the stack reaches n+1 frames deep at its peak, giving a space complexity of O(n).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587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achieves the same result in O(1) space by reusing one set of variables instead of nesting calls.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unbounded recursion risks a stack overflow — a direct, practical consequence of its space complexity.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623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1323</Words>
  <Application>Microsoft Office PowerPoint</Application>
  <PresentationFormat>Widescreen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DEEPAK ANANDAN</cp:lastModifiedBy>
  <cp:revision>2</cp:revision>
  <dcterms:created xsi:type="dcterms:W3CDTF">2026-07-24T16:17:27Z</dcterms:created>
  <dcterms:modified xsi:type="dcterms:W3CDTF">2026-07-28T07:55:36Z</dcterms:modified>
</cp:coreProperties>
</file>